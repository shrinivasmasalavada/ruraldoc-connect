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 Raksha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Application for Livestock Emergency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Livestock diseases like Lumpy Skin Disease affect farmers.</a:t>
            </a:r>
          </a:p>
          <a:p>
            <a:r>
              <a:t>Doctors not easily available.</a:t>
            </a:r>
          </a:p>
          <a:p>
            <a:r>
              <a:t>Low awareness of schemes.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 farmers find doctors</a:t>
            </a:r>
          </a:p>
          <a:p>
            <a:r>
              <a:t>Provide first aid</a:t>
            </a:r>
          </a:p>
          <a:p>
            <a:r>
              <a:t>Show government schemes</a:t>
            </a:r>
          </a:p>
          <a:p>
            <a:r>
              <a:t>Offline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mobile app</a:t>
            </a:r>
          </a:p>
          <a:p>
            <a:r>
              <a:t>Kannada language UI</a:t>
            </a:r>
          </a:p>
          <a:p>
            <a:r>
              <a:t>Simple and farmer-friendly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Doctor search</a:t>
            </a:r>
          </a:p>
          <a:p>
            <a:r>
              <a:t>Call button</a:t>
            </a:r>
          </a:p>
          <a:p>
            <a:r>
              <a:t>Government schemes</a:t>
            </a:r>
          </a:p>
          <a:p>
            <a:r>
              <a:t>Emergency guidance</a:t>
            </a:r>
          </a:p>
          <a:p>
            <a:r>
              <a:t>Offline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</a:t>
            </a:r>
          </a:p>
          <a:p>
            <a:r>
              <a:t>Firebase</a:t>
            </a:r>
          </a:p>
          <a:p>
            <a:r>
              <a:t>Dart</a:t>
            </a:r>
          </a:p>
          <a:p>
            <a:r>
              <a:t>Android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opens app</a:t>
            </a:r>
          </a:p>
          <a:p>
            <a:r>
              <a:t>Fetch data</a:t>
            </a:r>
          </a:p>
          <a:p>
            <a:r>
              <a:t>Display in Kannada</a:t>
            </a:r>
          </a:p>
          <a:p>
            <a:r>
              <a:t>Call doctor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help</a:t>
            </a:r>
          </a:p>
          <a:p>
            <a:r>
              <a:t>Reduce livestock deaths</a:t>
            </a:r>
          </a:p>
          <a:p>
            <a:r>
              <a:t>Increase awareness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disease detection</a:t>
            </a:r>
          </a:p>
          <a:p>
            <a:r>
              <a:t>Voice assistant</a:t>
            </a:r>
          </a:p>
          <a:p>
            <a:r>
              <a:t>GPS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impactful solution for farmers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